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762000" y="2032000"/>
            <a:ext cx="10668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FFFFFF"/>
                </a:solidFill>
              </a:rPr>
              <a:t>用户 + 美食 + 评论 + 帖子 报告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810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BDD7EE"/>
                </a:solidFill>
              </a:rPr>
              <a:t>生成时间：2026-03-14 19:26:50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数据概览</a:t>
            </a:r>
          </a:p>
        </p:txBody>
      </p:sp>
      <p:sp>
        <p:nvSpPr>
          <p:cNvPr name="AutoShape 5" id="5"/>
          <p:cNvSpPr/>
          <p:nvPr/>
        </p:nvSpPr>
        <p:spPr>
          <a:xfrm>
            <a:off x="1651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1651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404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651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用户总数</a:t>
            </a:r>
          </a:p>
        </p:txBody>
      </p:sp>
      <p:sp>
        <p:nvSpPr>
          <p:cNvPr name="AutoShape 8" id="8"/>
          <p:cNvSpPr/>
          <p:nvPr/>
        </p:nvSpPr>
        <p:spPr>
          <a:xfrm>
            <a:off x="3937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3937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937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美食总数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223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2" id="12"/>
          <p:cNvSpPr txBox="true"/>
          <p:nvPr/>
        </p:nvSpPr>
        <p:spPr>
          <a:xfrm>
            <a:off x="6223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22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223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评论总数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509000" y="1905000"/>
            <a:ext cx="2032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5" id="15"/>
          <p:cNvSpPr txBox="true"/>
          <p:nvPr/>
        </p:nvSpPr>
        <p:spPr>
          <a:xfrm>
            <a:off x="8509000" y="2286000"/>
            <a:ext cx="2032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400" b="true">
                <a:solidFill>
                  <a:srgbClr val="2980B9"/>
                </a:solidFill>
              </a:rPr>
              <a:t>8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8509000" y="3302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400">
                <a:solidFill>
                  <a:srgbClr val="2C3E50"/>
                </a:solidFill>
              </a:rPr>
              <a:t>帖子总数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用户数据  （总计 404 人）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2413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用户ID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21000" y="1270000"/>
            <a:ext cx="4318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昵称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366000" y="1270000"/>
            <a:ext cx="4064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注册时间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381000" y="17780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674abbbbc5954f47b6d7d224df030522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921000" y="17780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疾风厨神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366000" y="17780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17:48:48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381000" y="22352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5117ba45d6da4fc3934b2a4b400b6b50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21000" y="22352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酷酷探索者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366000" y="22352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17:48:19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381000" y="26924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83763209dea34b1c8e660a5e03aca234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921000" y="26924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聪明食客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7366000" y="26924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17:12:36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381000" y="31496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a89b2903d5a447acb269726d59b70d05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21000" y="31496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安静的音乐家酱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7366000" y="31496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14:08:35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36068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aa01d1b0519942d5ba79daab6adc1df9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921000" y="36068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忧郁的星星桑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7366000" y="36068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14:08:35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381000" y="40640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8f81bdebc8414df4bf387c69560a0436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2921000" y="40640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快乐的诗人君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7366000" y="40640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13:14:04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381000" y="45212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9cbc833e71f34d16841367b9103ff2aa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2921000" y="45212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温柔的玫瑰呀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366000" y="45212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2026-03-13 13:14:04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381000" y="49784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c69735d6cc2f487d90a3a483420f3e97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2921000" y="49784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月光下的蝴蝶呢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7366000" y="49784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2026-03-12 20:55:46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381000" y="54356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1fd0a4facc504a6b9c4bcd601c61cfe1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2921000" y="54356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勇敢的探险家呢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7366000" y="54356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2026-03-12 20:55:46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5892800"/>
            <a:ext cx="241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1202e6a0d9ec482ea1d161a2202c4e56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2921000" y="5892800"/>
            <a:ext cx="431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聪明的企鹅吖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7366000" y="5892800"/>
            <a:ext cx="406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2026-03-12 20:43:44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美食数据  （在售 6 种）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3683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名称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191000" y="1270000"/>
            <a:ext cx="127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评分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5588000" y="1270000"/>
            <a:ext cx="1524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评价人数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239000" y="1270000"/>
            <a:ext cx="1524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价格(元)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8890000" y="1270000"/>
            <a:ext cx="127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17780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红烧肉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191000" y="1778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5588000" y="1778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239000" y="1778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38.00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8890000" y="1778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2352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糖醋排骨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191000" y="2235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5588000" y="22352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7239000" y="22352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45.00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8890000" y="2235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26924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麻辣香锅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4191000" y="2692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5588000" y="26924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7239000" y="26924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52.00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8890000" y="2692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1496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凉皮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191000" y="31496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5588000" y="31496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239000" y="31496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6.00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8890000" y="31496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36068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扬州炒饭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4191000" y="36068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5588000" y="36068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7239000" y="36068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18.00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8890000" y="36068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4064000"/>
            <a:ext cx="3683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老火靓汤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4191000" y="4064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0.0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5588000" y="4064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7239000" y="4064000"/>
            <a:ext cx="1524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28.00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8890000" y="4064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active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评论数据  （总计 22 条）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2032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用户ID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540000" y="1270000"/>
            <a:ext cx="2032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美食ID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699000" y="1270000"/>
            <a:ext cx="762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评分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588000" y="1270000"/>
            <a:ext cx="3175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内容摘要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8890000" y="1270000"/>
            <a:ext cx="254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时间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1778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c69735d6cc2f487d90a3a483420f3e97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540000" y="1778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699000" y="17780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3.0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5588000" y="17780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好7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8890000" y="17780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2026-03-12 20:56:26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235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daa47348370145e89315a5915eb3670f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540000" y="2235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699000" y="22352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3.0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5588000" y="22352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8890000" y="22352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2026-03-11 23:50:29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2692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7abb585bf3a2436dbc75b562ab62b470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540000" y="2692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4699000" y="26924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5588000" y="26924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好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8890000" y="26924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2026-03-11 23:41:36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1496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b4b305b783b141faa7a2ea96120e6a2c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2540000" y="31496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4699000" y="31496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5588000" y="31496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好吃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8890000" y="31496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2025-10-21 23:01:47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36068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993b5505160e4fada25fe0ea07464236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2540000" y="36068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food_001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4699000" y="36068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3.0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5588000" y="36068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hello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8890000" y="36068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18:29:24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4064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f1616c4ec75044af80a1a379fb5ee9b6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2540000" y="40640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food_002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4699000" y="40640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2.0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5588000" y="40640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8890000" y="40640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18:25:49</a:t>
            </a:r>
          </a:p>
        </p:txBody>
      </p:sp>
      <p:sp>
        <p:nvSpPr>
          <p:cNvPr name="TextBox 40" id="40"/>
          <p:cNvSpPr txBox="true"/>
          <p:nvPr/>
        </p:nvSpPr>
        <p:spPr>
          <a:xfrm>
            <a:off x="381000" y="4521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bfc231e7579d44e6a6e608101cb459ee</a:t>
            </a:r>
          </a:p>
        </p:txBody>
      </p:sp>
      <p:sp>
        <p:nvSpPr>
          <p:cNvPr name="TextBox 41" id="41"/>
          <p:cNvSpPr txBox="true"/>
          <p:nvPr/>
        </p:nvSpPr>
        <p:spPr>
          <a:xfrm>
            <a:off x="2540000" y="45212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food_002</a:t>
            </a:r>
          </a:p>
        </p:txBody>
      </p:sp>
      <p:sp>
        <p:nvSpPr>
          <p:cNvPr name="TextBox 42" id="42"/>
          <p:cNvSpPr txBox="true"/>
          <p:nvPr/>
        </p:nvSpPr>
        <p:spPr>
          <a:xfrm>
            <a:off x="4699000" y="45212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2.0</a:t>
            </a:r>
          </a:p>
        </p:txBody>
      </p:sp>
      <p:sp>
        <p:nvSpPr>
          <p:cNvPr name="TextBox 43" id="43"/>
          <p:cNvSpPr txBox="true"/>
          <p:nvPr/>
        </p:nvSpPr>
        <p:spPr>
          <a:xfrm>
            <a:off x="5588000" y="45212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jjjj</a:t>
            </a:r>
          </a:p>
        </p:txBody>
      </p:sp>
      <p:sp>
        <p:nvSpPr>
          <p:cNvPr name="TextBox 44" id="44"/>
          <p:cNvSpPr txBox="true"/>
          <p:nvPr/>
        </p:nvSpPr>
        <p:spPr>
          <a:xfrm>
            <a:off x="8890000" y="45212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17:44:20</a:t>
            </a:r>
          </a:p>
        </p:txBody>
      </p:sp>
      <p:sp>
        <p:nvSpPr>
          <p:cNvPr name="TextBox 45" id="45"/>
          <p:cNvSpPr txBox="true"/>
          <p:nvPr/>
        </p:nvSpPr>
        <p:spPr>
          <a:xfrm>
            <a:off x="381000" y="4978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2828d1089cff4ee6b85f97f3cc9eb3f9</a:t>
            </a:r>
          </a:p>
        </p:txBody>
      </p:sp>
      <p:sp>
        <p:nvSpPr>
          <p:cNvPr name="TextBox 46" id="46"/>
          <p:cNvSpPr txBox="true"/>
          <p:nvPr/>
        </p:nvSpPr>
        <p:spPr>
          <a:xfrm>
            <a:off x="2540000" y="4978400"/>
            <a:ext cx="203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food_002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4699000" y="4978400"/>
            <a:ext cx="762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2.0</a:t>
            </a:r>
          </a:p>
        </p:txBody>
      </p:sp>
      <p:sp>
        <p:nvSpPr>
          <p:cNvPr name="TextBox 48" id="48"/>
          <p:cNvSpPr txBox="true"/>
          <p:nvPr/>
        </p:nvSpPr>
        <p:spPr>
          <a:xfrm>
            <a:off x="5588000" y="4978400"/>
            <a:ext cx="3175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8890000" y="4978400"/>
            <a:ext cx="254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2025-10-10 17:32:30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FFFFFF"/>
                </a:solidFill>
              </a:rPr>
              <a:t>帖子数据  （总计 8 条）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270000"/>
            <a:ext cx="5588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内容摘要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096000" y="1270000"/>
            <a:ext cx="889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点赞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112000" y="1270000"/>
            <a:ext cx="1016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评论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255000" y="1270000"/>
            <a:ext cx="1270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652000" y="1270000"/>
            <a:ext cx="2159000" cy="4318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true">
                <a:solidFill>
                  <a:srgbClr val="FFFFFF"/>
                </a:solidFill>
              </a:rPr>
              <a:t>发布时间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17780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ccccccccccccccccccccccc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096000" y="17780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7112000" y="17780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255000" y="1778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652000" y="17780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18:50:41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2352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vvvvvvvv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6096000" y="22352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7112000" y="22352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8255000" y="2235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9652000" y="22352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18:45:39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26924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hhhhhh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6096000" y="26924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7112000" y="26924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8255000" y="2692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9652000" y="26924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18:45:02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1496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6096000" y="31496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7112000" y="31496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8255000" y="31496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9652000" y="31496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17:49:30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36068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LSAD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6096000" y="36068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7112000" y="36068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8255000" y="36068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9652000" y="36068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17:48:40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81000" y="40640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6096000" y="40640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7112000" y="40640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8255000" y="40640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9652000" y="40640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17:47:50</a:t>
            </a:r>
          </a:p>
        </p:txBody>
      </p:sp>
      <p:sp>
        <p:nvSpPr>
          <p:cNvPr name="TextBox 40" id="40"/>
          <p:cNvSpPr txBox="true"/>
          <p:nvPr/>
        </p:nvSpPr>
        <p:spPr>
          <a:xfrm>
            <a:off x="381000" y="45212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</a:t>
            </a:r>
          </a:p>
        </p:txBody>
      </p:sp>
      <p:sp>
        <p:nvSpPr>
          <p:cNvPr name="TextBox 41" id="41"/>
          <p:cNvSpPr txBox="true"/>
          <p:nvPr/>
        </p:nvSpPr>
        <p:spPr>
          <a:xfrm>
            <a:off x="6096000" y="45212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42" id="42"/>
          <p:cNvSpPr txBox="true"/>
          <p:nvPr/>
        </p:nvSpPr>
        <p:spPr>
          <a:xfrm>
            <a:off x="7112000" y="45212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>
            <a:off x="8255000" y="45212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44" id="44"/>
          <p:cNvSpPr txBox="true"/>
          <p:nvPr/>
        </p:nvSpPr>
        <p:spPr>
          <a:xfrm>
            <a:off x="9652000" y="45212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17:44:38</a:t>
            </a:r>
          </a:p>
        </p:txBody>
      </p:sp>
      <p:sp>
        <p:nvSpPr>
          <p:cNvPr name="TextBox 45" id="45"/>
          <p:cNvSpPr txBox="true"/>
          <p:nvPr/>
        </p:nvSpPr>
        <p:spPr>
          <a:xfrm>
            <a:off x="381000" y="4978400"/>
            <a:ext cx="5588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sss</a:t>
            </a:r>
          </a:p>
        </p:txBody>
      </p:sp>
      <p:sp>
        <p:nvSpPr>
          <p:cNvPr name="TextBox 46" id="46"/>
          <p:cNvSpPr txBox="true"/>
          <p:nvPr/>
        </p:nvSpPr>
        <p:spPr>
          <a:xfrm>
            <a:off x="6096000" y="4978400"/>
            <a:ext cx="88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7112000" y="4978400"/>
            <a:ext cx="1016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48" id="48"/>
          <p:cNvSpPr txBox="true"/>
          <p:nvPr/>
        </p:nvSpPr>
        <p:spPr>
          <a:xfrm>
            <a:off x="8255000" y="4978400"/>
            <a:ext cx="127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9652000" y="4978400"/>
            <a:ext cx="2159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 b="false">
                <a:solidFill>
                  <a:srgbClr val="2C3E50"/>
                </a:solidFill>
              </a:rPr>
              <a:t>2026-03-14 17:44:23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