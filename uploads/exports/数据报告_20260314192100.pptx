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762000" y="2032000"/>
            <a:ext cx="10668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4000" b="true">
                <a:solidFill>
                  <a:srgbClr val="FFFFFF"/>
                </a:solidFill>
              </a:rPr>
              <a:t>食堂管理系统数据报告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3810000"/>
            <a:ext cx="1066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800">
                <a:solidFill>
                  <a:srgbClr val="BDD7EE"/>
                </a:solidFill>
              </a:rPr>
              <a:t>生成时间：2026-03-14 19:21:00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600" b="true">
                <a:solidFill>
                  <a:srgbClr val="FFFFFF"/>
                </a:solidFill>
              </a:rPr>
              <a:t>数据概览</a:t>
            </a:r>
          </a:p>
        </p:txBody>
      </p:sp>
      <p:sp>
        <p:nvSpPr>
          <p:cNvPr name="AutoShape 5" id="5"/>
          <p:cNvSpPr/>
          <p:nvPr/>
        </p:nvSpPr>
        <p:spPr>
          <a:xfrm>
            <a:off x="762000" y="1778000"/>
            <a:ext cx="2413000" cy="2540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762000" y="2286000"/>
            <a:ext cx="2413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2980B9"/>
                </a:solidFill>
              </a:rPr>
              <a:t>404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3429000"/>
            <a:ext cx="2413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600">
                <a:solidFill>
                  <a:srgbClr val="2C3E50"/>
                </a:solidFill>
              </a:rPr>
              <a:t>用户总数</a:t>
            </a:r>
          </a:p>
        </p:txBody>
      </p:sp>
      <p:sp>
        <p:nvSpPr>
          <p:cNvPr name="AutoShape 8" id="8"/>
          <p:cNvSpPr/>
          <p:nvPr/>
        </p:nvSpPr>
        <p:spPr>
          <a:xfrm>
            <a:off x="3429000" y="1778000"/>
            <a:ext cx="2413000" cy="2540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9" id="9"/>
          <p:cNvSpPr txBox="true"/>
          <p:nvPr/>
        </p:nvSpPr>
        <p:spPr>
          <a:xfrm>
            <a:off x="3429000" y="2286000"/>
            <a:ext cx="2413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2980B9"/>
                </a:solidFill>
              </a:rPr>
              <a:t>6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3429000" y="3429000"/>
            <a:ext cx="2413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600">
                <a:solidFill>
                  <a:srgbClr val="2C3E50"/>
                </a:solidFill>
              </a:rPr>
              <a:t>美食总数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096000" y="1778000"/>
            <a:ext cx="2413000" cy="2540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12" id="12"/>
          <p:cNvSpPr txBox="true"/>
          <p:nvPr/>
        </p:nvSpPr>
        <p:spPr>
          <a:xfrm>
            <a:off x="6096000" y="2286000"/>
            <a:ext cx="2413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2980B9"/>
                </a:solidFill>
              </a:rPr>
              <a:t>22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6096000" y="3429000"/>
            <a:ext cx="2413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600">
                <a:solidFill>
                  <a:srgbClr val="2C3E50"/>
                </a:solidFill>
              </a:rPr>
              <a:t>评论总数</a:t>
            </a:r>
          </a:p>
        </p:txBody>
      </p:sp>
      <p:sp>
        <p:nvSpPr>
          <p:cNvPr name="AutoShape 14" id="14"/>
          <p:cNvSpPr/>
          <p:nvPr/>
        </p:nvSpPr>
        <p:spPr>
          <a:xfrm>
            <a:off x="8763000" y="1778000"/>
            <a:ext cx="2413000" cy="2540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15" id="15"/>
          <p:cNvSpPr txBox="true"/>
          <p:nvPr/>
        </p:nvSpPr>
        <p:spPr>
          <a:xfrm>
            <a:off x="8763000" y="2286000"/>
            <a:ext cx="2413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2980B9"/>
                </a:solidFill>
              </a:rPr>
              <a:t>8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8763000" y="3429000"/>
            <a:ext cx="2413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600">
                <a:solidFill>
                  <a:srgbClr val="2C3E50"/>
                </a:solidFill>
              </a:rPr>
              <a:t>帖子总数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600" b="true">
                <a:solidFill>
                  <a:srgbClr val="FFFFFF"/>
                </a:solidFill>
              </a:rPr>
              <a:t>评分最高的美食 Top 5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62000" y="1651000"/>
            <a:ext cx="762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排名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1651000" y="1651000"/>
            <a:ext cx="4318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名称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6096000" y="1651000"/>
            <a:ext cx="1397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评分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620000" y="1651000"/>
            <a:ext cx="1651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评价人数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9398000" y="1651000"/>
            <a:ext cx="1397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价格(元)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762000" y="2159000"/>
            <a:ext cx="762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1651000" y="2159000"/>
            <a:ext cx="4318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红烧肉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6096000" y="2159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5.0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7620000" y="2159000"/>
            <a:ext cx="1651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9398000" y="2159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38.00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762000" y="2667000"/>
            <a:ext cx="762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1651000" y="2667000"/>
            <a:ext cx="4318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糖醋排骨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6096000" y="2667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5.0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7620000" y="2667000"/>
            <a:ext cx="1651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9398000" y="2667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45.00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762000" y="3175000"/>
            <a:ext cx="762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1651000" y="3175000"/>
            <a:ext cx="4318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麻辣香锅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6096000" y="3175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5.0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7620000" y="3175000"/>
            <a:ext cx="1651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9398000" y="3175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52.00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762000" y="3683000"/>
            <a:ext cx="762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1651000" y="3683000"/>
            <a:ext cx="4318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凉皮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6096000" y="3683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4.0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7620000" y="3683000"/>
            <a:ext cx="1651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9398000" y="3683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6.00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762000" y="4191000"/>
            <a:ext cx="762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5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1651000" y="4191000"/>
            <a:ext cx="4318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扬州炒饭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6096000" y="4191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4.0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7620000" y="4191000"/>
            <a:ext cx="1651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34" id="34"/>
          <p:cNvSpPr txBox="true"/>
          <p:nvPr/>
        </p:nvSpPr>
        <p:spPr>
          <a:xfrm>
            <a:off x="9398000" y="4191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18.00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600" b="true">
                <a:solidFill>
                  <a:srgbClr val="FFFFFF"/>
                </a:solidFill>
              </a:rPr>
              <a:t>最新帖子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381000" y="1651000"/>
            <a:ext cx="1524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帖子ID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032000" y="1651000"/>
            <a:ext cx="5715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内容摘要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874000" y="1651000"/>
            <a:ext cx="889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点赞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8890000" y="1651000"/>
            <a:ext cx="1016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评论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10033000" y="1651000"/>
            <a:ext cx="1270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状态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381000" y="2159000"/>
            <a:ext cx="1524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203277138826..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2032000" y="2159000"/>
            <a:ext cx="5715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ccccccccccccccccccccccc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7874000" y="2159000"/>
            <a:ext cx="889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8890000" y="2159000"/>
            <a:ext cx="1016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10033000" y="2159000"/>
            <a:ext cx="1270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381000" y="2667000"/>
            <a:ext cx="1524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203277012136..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032000" y="2667000"/>
            <a:ext cx="5715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vvvvvvvv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7874000" y="2667000"/>
            <a:ext cx="889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8890000" y="2667000"/>
            <a:ext cx="1016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10033000" y="2667000"/>
            <a:ext cx="1270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381000" y="3175000"/>
            <a:ext cx="1524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203276996873..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2032000" y="3175000"/>
            <a:ext cx="5715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hhhhhh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7874000" y="3175000"/>
            <a:ext cx="889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8890000" y="3175000"/>
            <a:ext cx="1016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10033000" y="3175000"/>
            <a:ext cx="1270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381000" y="3683000"/>
            <a:ext cx="1524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203275599117..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2032000" y="3683000"/>
            <a:ext cx="5715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S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7874000" y="3683000"/>
            <a:ext cx="889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8890000" y="3683000"/>
            <a:ext cx="1016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10033000" y="3683000"/>
            <a:ext cx="1270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381000" y="4191000"/>
            <a:ext cx="1524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203275578147..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2032000" y="4191000"/>
            <a:ext cx="5715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LSAD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7874000" y="4191000"/>
            <a:ext cx="889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8890000" y="4191000"/>
            <a:ext cx="1016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34" id="34"/>
          <p:cNvSpPr txBox="true"/>
          <p:nvPr/>
        </p:nvSpPr>
        <p:spPr>
          <a:xfrm>
            <a:off x="10033000" y="4191000"/>
            <a:ext cx="1270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approved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